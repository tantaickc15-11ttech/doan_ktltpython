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002E-C7B8-9300-264C-79876CF6A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9451A-19E8-740F-5A15-F6697AABF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D1DDD-0B0D-DD7E-B6D8-7156F9EC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5A814-2ECE-A474-806E-6BE63410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1A262-98C3-3925-6E60-F4EAEE16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5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3DE8-64E5-9DF6-AAE7-32963391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C619-1DAE-969C-2DE6-ADF77FDDF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695BF-A55E-7A6B-1C7E-F773CA66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EB643-0005-2545-6581-DA4BB51A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3B7E9-BE5E-4BB7-BFB5-562E7A94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857B-03EA-27F9-2A00-43AD7760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5F0C4-99A9-4FF1-5A64-72E315867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9358B-86B4-34DF-ECA3-8AB8CDAD6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B049C-8CCA-5993-C0F3-71730291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8C74-EE6B-F9BE-3A7E-A17E51A6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8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A74A8-7DE1-E77C-810C-CB5740C6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AD2E-FF4C-D5ED-B8A8-123573B79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D5EE6-01CF-EE00-0433-FFEAE84D6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C2EE8-F10D-CE83-48BD-D59E48CE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0CE8F-2265-2975-B9AF-BEE49E2F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6D85D-AB03-E14F-CC77-2EF55D90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2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79EC-9F1D-343B-6348-6DC694B49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EFF81-6DCB-E538-5F85-4D261601F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BA04F-24E9-2ABB-58E6-D79949B55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7FF1D-C038-BE53-C4E6-FF8D5F7C8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F29BA-42E4-89B2-02BB-98864EF25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47392-F7F8-310F-BFCF-30CFC923B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7296E-7EBC-C5DA-AC91-A3D380CC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0F5CF2-7ECE-892E-8EC8-AB0596ED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5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DB8B-9939-2485-EBA2-7C4A83A3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72969-44E6-A7E5-97E6-E91714B0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E81A6-D7EC-35B4-5562-A57A6592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FAF14-23E5-3A11-7D49-C2FDB1B9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0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7BDF3-B441-4077-4182-C56D06B1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D9583-CF22-23F2-541B-4E77C458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C7CDF-31EA-11DF-EC96-ABDF7662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7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F55AA-1AF7-27FA-E544-144C9678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A710A-DE55-D294-786D-FAB0F31E9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7CB27-91FB-737C-6794-FDE872636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DC23C-66E0-383A-5455-F7C802B4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777CD-6482-8535-8B8F-440FFD03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19FB2-11C2-F00F-6386-4E665958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DE33-A474-0B86-E75F-0CD24850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0B172-E586-BFEB-8817-FA9651334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7838C-94E4-A724-AF93-4F31AD70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B44E2-C924-447C-B8A3-BC7407CD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0509B-0BB7-7DDC-D354-36FEADD2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C22C7-F858-664F-2D1B-F18B8678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0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CBD5-CF5E-5424-2C4A-222980C70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DBDA9-3D5F-30A6-433A-34FB92679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D8255-6AEC-CAC6-BB7C-DB55F96C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707F-93EA-8483-68AA-BDCC9ECD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08843-FE6A-8058-A847-D074CBF9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C9F731-CBD8-AC3E-3228-31A443C30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D29A8-CBB4-1A96-C715-BCEBE3ABB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D7904-5C94-E887-CDD5-05B304855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E909B-A850-D0E4-2CEE-D2E3090B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A7EC-55D4-71D7-E1C0-9BB732BA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A9FF6-78AD-6262-4030-051F6B80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B3E66-B6AD-672A-021C-1044E1DDE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3C0F9-882C-C2A5-7D36-E027D1AB2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77C05-B9AF-4B14-B3A9-73B48D41A12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B427C-D0B1-C184-80A1-A18310550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112DD-ED27-23A2-D82B-28A0751F0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52418-A5E6-44D4-B88F-B197AAFF0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FA7185-9CD8-0C5E-CED2-EA17A8D282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CCA9A-2FCD-1269-3482-FB4AFB64D518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E5C20-D68B-45D2-EF48-D25AE25A9942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AD998-7B84-0C65-766E-3A5D07E4D2C7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ĐỒ ÁN LẬP TRÌNH PYTHON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1AC16D-C598-2D67-FD00-5A0715C4D97E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132A-CBD9-713A-38D6-9E8D2C021F8B}"/>
              </a:ext>
            </a:extLst>
          </p:cNvPr>
          <p:cNvSpPr txBox="1"/>
          <p:nvPr/>
        </p:nvSpPr>
        <p:spPr>
          <a:xfrm>
            <a:off x="1206500" y="1968500"/>
            <a:ext cx="9779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HỆ THỐNG PHÂN TÍCH CẢNH BÁO WAZUH VÀ GỬI CẢNH BÁO QUA TELEGRAM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Sinh viên: [HỌ VÀ TÊN] - MSSV: [MSSV]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Giảng viên: [TÊN GIẢNG VIÊN]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AC78A-6CB3-4A02-CF77-FAE691312A8F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1/10</a:t>
            </a:r>
          </a:p>
        </p:txBody>
      </p:sp>
    </p:spTree>
    <p:extLst>
      <p:ext uri="{BB962C8B-B14F-4D97-AF65-F5344CB8AC3E}">
        <p14:creationId xmlns:p14="http://schemas.microsoft.com/office/powerpoint/2010/main" val="417885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7474A6-C395-C35C-32CA-F9A3854362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AD5EC9-9D2B-E10C-8017-3E21BB052F69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3C669-1499-1A40-782B-7F90C447B9D2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013E4-0FDB-EEFF-E7AF-3C2C16815369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1. BÀI TOÁN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7FF252-D0AD-8685-4EEB-11B3FE527D97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F2095D-73D8-C03E-B4EC-B168273636D2}"/>
              </a:ext>
            </a:extLst>
          </p:cNvPr>
          <p:cNvSpPr txBox="1"/>
          <p:nvPr/>
        </p:nvSpPr>
        <p:spPr>
          <a:xfrm>
            <a:off x="1206500" y="1968500"/>
            <a:ext cx="9779000" cy="13696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Wazuh tạo nhiều cảnh báo dạng JSON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Khó quan sát nhanh bằng file log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Cần bảng, biểu đồ và thông báo Telegram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C6A77-BFDA-897C-1BB1-E571348B0733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2/10</a:t>
            </a:r>
          </a:p>
        </p:txBody>
      </p:sp>
    </p:spTree>
    <p:extLst>
      <p:ext uri="{BB962C8B-B14F-4D97-AF65-F5344CB8AC3E}">
        <p14:creationId xmlns:p14="http://schemas.microsoft.com/office/powerpoint/2010/main" val="142037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127C3D-01E7-E47D-49DF-3870BE8294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27A637-F535-A3DA-5DB7-9FC92E3D7FF4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39142D-2626-A90D-E540-15658386AB4F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1EFC9-A29C-10DF-C5F6-80601653D86D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2. MỤC TIÊU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36CC52-41BC-EE90-7C22-CAD3A66FB4C4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06F8D-805D-59D1-2BAB-DAAC0FF1D578}"/>
              </a:ext>
            </a:extLst>
          </p:cNvPr>
          <p:cNvSpPr txBox="1"/>
          <p:nvPr/>
        </p:nvSpPr>
        <p:spPr>
          <a:xfrm>
            <a:off x="1206500" y="1968500"/>
            <a:ext cx="9779000" cy="18466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Ứng dụng desktop dễ sử dụng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Nhập và lưu cảnh báo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Thống kê trực quan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Gửi cảnh báo mức cao</a:t>
            </a:r>
            <a:endParaRPr lang="en-US" sz="2100">
              <a:solidFill>
                <a:srgbClr val="2D3A4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745EC-3684-EE47-3BC1-6C3B9D6261EA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3/10</a:t>
            </a:r>
          </a:p>
        </p:txBody>
      </p:sp>
    </p:spTree>
    <p:extLst>
      <p:ext uri="{BB962C8B-B14F-4D97-AF65-F5344CB8AC3E}">
        <p14:creationId xmlns:p14="http://schemas.microsoft.com/office/powerpoint/2010/main" val="15821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DEBA0C-B1B0-20E2-5D1C-D659676B2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3BF2F-8FF4-FBE8-7D6B-433A53BABC20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10822-DB18-76C7-F625-B9DA23AA3C95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0DC45-A591-A0AA-2FB7-1727CED0629B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3. CÔNG NGHỆ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AF380E-FD3B-EB2B-3AA8-18EEB765756A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04BDA-3233-788E-4E8B-C4156EF24C91}"/>
              </a:ext>
            </a:extLst>
          </p:cNvPr>
          <p:cNvSpPr txBox="1"/>
          <p:nvPr/>
        </p:nvSpPr>
        <p:spPr>
          <a:xfrm>
            <a:off x="1206500" y="1968500"/>
            <a:ext cx="9779000" cy="23237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Python và Tkinter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SQLite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Matplotlib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JSON và YAML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Telegram Bot 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B83A9-FA67-C628-487D-633042A39DCA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4/10</a:t>
            </a:r>
          </a:p>
        </p:txBody>
      </p:sp>
    </p:spTree>
    <p:extLst>
      <p:ext uri="{BB962C8B-B14F-4D97-AF65-F5344CB8AC3E}">
        <p14:creationId xmlns:p14="http://schemas.microsoft.com/office/powerpoint/2010/main" val="60246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BB83F-6BD7-EC27-8D19-1BAAD219A7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F160B-4EE4-F417-FD63-5A8B29D2168E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471DF-F107-31FC-369F-A48D7A6EB32E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22D95-32CB-1C93-A197-63A7554EB504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4. KIẾN TRÚC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CB14CE-E0C9-8931-9B70-02F771DB6852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6E00A-B9AA-7775-2CC8-3214E167C100}"/>
              </a:ext>
            </a:extLst>
          </p:cNvPr>
          <p:cNvSpPr txBox="1"/>
          <p:nvPr/>
        </p:nvSpPr>
        <p:spPr>
          <a:xfrm>
            <a:off x="1206500" y="1968500"/>
            <a:ext cx="9779000" cy="18466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JSON Wazuh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AlertReader → Alert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SQLite → AnalysisService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Dashboard và Telegram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51B78-C8E0-5545-5ADB-0E7650896E40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5/10</a:t>
            </a:r>
          </a:p>
        </p:txBody>
      </p:sp>
    </p:spTree>
    <p:extLst>
      <p:ext uri="{BB962C8B-B14F-4D97-AF65-F5344CB8AC3E}">
        <p14:creationId xmlns:p14="http://schemas.microsoft.com/office/powerpoint/2010/main" val="161799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07767E-B655-B647-FABD-6BC4012E3E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C3314-8FEF-EB66-1837-FBD1E766038B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541C6-759B-36FB-A81A-0EDAC6AA5A98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834E8-875D-6052-15F7-399D76BC5CAD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5. CẤU TRÚC DỮ LIỆU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7CF137-7151-721D-1A43-8CFEF4548599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DA927-C471-8EC4-D1E7-BA8A78CDB878}"/>
              </a:ext>
            </a:extLst>
          </p:cNvPr>
          <p:cNvSpPr txBox="1"/>
          <p:nvPr/>
        </p:nvSpPr>
        <p:spPr>
          <a:xfrm>
            <a:off x="1206500" y="1968500"/>
            <a:ext cx="9779000" cy="23237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Một bảng alerts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alert_id là khóa chính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rule_level phục vụ phân loại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telegram_sent lưu trạng thái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raw_json giữ dữ liệu gốc</a:t>
            </a:r>
            <a:endParaRPr lang="en-US" sz="2100">
              <a:solidFill>
                <a:srgbClr val="2D3A4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5B97C-1064-3533-0D8B-AD546E4D85E1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6/10</a:t>
            </a:r>
          </a:p>
        </p:txBody>
      </p:sp>
    </p:spTree>
    <p:extLst>
      <p:ext uri="{BB962C8B-B14F-4D97-AF65-F5344CB8AC3E}">
        <p14:creationId xmlns:p14="http://schemas.microsoft.com/office/powerpoint/2010/main" val="863232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448D57-8646-7D99-0F1F-97107DF94E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EDB01-B737-27FE-79AA-92E4ACD6FEC4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786FE3-49CB-0836-7338-2AC63565B2BB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61980-BF19-EC95-1626-8F54855A500A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6. CHỨC NĂNG CHÍNH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237DEA-8454-F937-0AD9-BC09C07FE423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96C7A-EB09-9DCF-6C22-B52AB0F0DB75}"/>
              </a:ext>
            </a:extLst>
          </p:cNvPr>
          <p:cNvSpPr txBox="1"/>
          <p:nvPr/>
        </p:nvSpPr>
        <p:spPr>
          <a:xfrm>
            <a:off x="1206500" y="1968500"/>
            <a:ext cx="9779000" cy="18466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Dashboard và ba biểu đồ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Danh sách cảnh báo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Tìm kiếm, lọc, xem chi tiết</a:t>
            </a:r>
          </a:p>
          <a:p>
            <a:pPr>
              <a:spcAft>
                <a:spcPts val="1200"/>
              </a:spcAft>
            </a:pPr>
            <a:r>
              <a:rPr lang="en-US" sz="2100">
                <a:solidFill>
                  <a:srgbClr val="2D3A4E"/>
                </a:solidFill>
                <a:latin typeface="Segoe UI" panose="020B0502040204020203" pitchFamily="34" charset="0"/>
              </a:rPr>
              <a:t>• Nhập JSON và chống trùng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A9728-6B8C-D349-C7F8-C5217D072251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7/10</a:t>
            </a:r>
          </a:p>
        </p:txBody>
      </p:sp>
    </p:spTree>
    <p:extLst>
      <p:ext uri="{BB962C8B-B14F-4D97-AF65-F5344CB8AC3E}">
        <p14:creationId xmlns:p14="http://schemas.microsoft.com/office/powerpoint/2010/main" val="3885912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9A3413-89FA-5799-D2E8-E09BD4F5EE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4415FE-AC7A-11D6-319D-08F4D7F9251E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63D786-767A-DCE2-7ADE-AEA9FF8C6F87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9CCF1-A6FE-35C0-53B7-C88451122741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7. QUY TẮC PHÂN TÍCH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ECA3E6-D51F-3AF0-4F77-3EB64030CDBA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3D752D-563D-002B-2F78-96747A585D0E}"/>
              </a:ext>
            </a:extLst>
          </p:cNvPr>
          <p:cNvSpPr txBox="1"/>
          <p:nvPr/>
        </p:nvSpPr>
        <p:spPr>
          <a:xfrm>
            <a:off x="1206500" y="1968500"/>
            <a:ext cx="9779000" cy="23237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Thấp: 0-4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Trung bình: 5-7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Cao: 8-11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Nghiêm trọng: 12-15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Telegram: level lớn hơn hoặc bằng ngưỡng</a:t>
            </a:r>
            <a:endParaRPr lang="en-US" sz="2100">
              <a:solidFill>
                <a:srgbClr val="2D3A4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35C4A-D0A4-CFA0-F5C4-FE9D630E5EF9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8/10</a:t>
            </a:r>
          </a:p>
        </p:txBody>
      </p:sp>
    </p:spTree>
    <p:extLst>
      <p:ext uri="{BB962C8B-B14F-4D97-AF65-F5344CB8AC3E}">
        <p14:creationId xmlns:p14="http://schemas.microsoft.com/office/powerpoint/2010/main" val="609060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3860E7-8D05-6B42-546E-1DC75F9754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A1E6C-3923-47A1-B445-0B98CA71E978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42BC9-8458-73D2-E5A9-23AB5F15B923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21BF5-BEC0-D49B-0BFA-41BBC15543A1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8. DEMO VÀ KIỂM THỬ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7B0A3A-5441-DE81-8B45-9F03D866AD96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8DD41-F723-FD04-9CF2-C92E00FF2584}"/>
              </a:ext>
            </a:extLst>
          </p:cNvPr>
          <p:cNvSpPr txBox="1"/>
          <p:nvPr/>
        </p:nvSpPr>
        <p:spPr>
          <a:xfrm>
            <a:off x="1206500" y="1968500"/>
            <a:ext cx="9779000" cy="18466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Dataset: 12 cảnh báo, 4 agent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8/8 unit test đạt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GUI tải đủ dữ liệu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Demo được khi không có Internet</a:t>
            </a:r>
            <a:endParaRPr lang="en-US" sz="2100">
              <a:solidFill>
                <a:srgbClr val="2D3A4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7FF16-506E-991C-B172-7B33B9D73C37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9/10</a:t>
            </a:r>
          </a:p>
        </p:txBody>
      </p:sp>
    </p:spTree>
    <p:extLst>
      <p:ext uri="{BB962C8B-B14F-4D97-AF65-F5344CB8AC3E}">
        <p14:creationId xmlns:p14="http://schemas.microsoft.com/office/powerpoint/2010/main" val="312122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648234-5728-6C63-7667-30E6F34609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2B9C23-C1AE-089C-50CE-0086F7AB6350}"/>
              </a:ext>
            </a:extLst>
          </p:cNvPr>
          <p:cNvSpPr/>
          <p:nvPr/>
        </p:nvSpPr>
        <p:spPr>
          <a:xfrm>
            <a:off x="0" y="0"/>
            <a:ext cx="12192000" cy="1206500"/>
          </a:xfrm>
          <a:prstGeom prst="rect">
            <a:avLst/>
          </a:prstGeom>
          <a:solidFill>
            <a:srgbClr val="1B2C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F5D75A-12BD-C01F-D7FC-C2BB83D8EFAC}"/>
              </a:ext>
            </a:extLst>
          </p:cNvPr>
          <p:cNvSpPr/>
          <p:nvPr/>
        </p:nvSpPr>
        <p:spPr>
          <a:xfrm>
            <a:off x="0" y="1168400"/>
            <a:ext cx="12192000" cy="63500"/>
          </a:xfrm>
          <a:prstGeom prst="rect">
            <a:avLst/>
          </a:prstGeom>
          <a:solidFill>
            <a:srgbClr val="009CB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8252A5-32E7-2FCB-EA48-6BAF280B1506}"/>
              </a:ext>
            </a:extLst>
          </p:cNvPr>
          <p:cNvSpPr txBox="1"/>
          <p:nvPr/>
        </p:nvSpPr>
        <p:spPr>
          <a:xfrm>
            <a:off x="571500" y="254000"/>
            <a:ext cx="1104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9. KẾT LUẬN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A1DBD4-F83B-CA6D-7076-80757D1A6358}"/>
              </a:ext>
            </a:extLst>
          </p:cNvPr>
          <p:cNvSpPr/>
          <p:nvPr/>
        </p:nvSpPr>
        <p:spPr>
          <a:xfrm>
            <a:off x="698500" y="1587500"/>
            <a:ext cx="10795000" cy="43815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6BB4B-9AB6-DBD3-5381-EA1D30045514}"/>
              </a:ext>
            </a:extLst>
          </p:cNvPr>
          <p:cNvSpPr txBox="1"/>
          <p:nvPr/>
        </p:nvSpPr>
        <p:spPr>
          <a:xfrm>
            <a:off x="1206500" y="1968500"/>
            <a:ext cx="9779000" cy="232371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Đạt mục tiêu đề tài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Bám sát kiến thức Python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Dễ cài đặt và trình bày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Hướng tới kết nối Wazuh trực tiếp</a:t>
            </a:r>
          </a:p>
          <a:p>
            <a:pPr>
              <a:spcAft>
                <a:spcPts val="1200"/>
              </a:spcAft>
            </a:pPr>
            <a:r>
              <a:rPr lang="vi-VN" sz="2100">
                <a:solidFill>
                  <a:srgbClr val="2D3A4E"/>
                </a:solidFill>
                <a:latin typeface="Segoe UI" panose="020B0502040204020203" pitchFamily="34" charset="0"/>
              </a:rPr>
              <a:t>• Cảm ơn thầy/cô!</a:t>
            </a:r>
            <a:endParaRPr lang="en-US" sz="2100">
              <a:solidFill>
                <a:srgbClr val="2D3A4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800E5-1DFD-768C-9602-60696BC07EFE}"/>
              </a:ext>
            </a:extLst>
          </p:cNvPr>
          <p:cNvSpPr txBox="1"/>
          <p:nvPr/>
        </p:nvSpPr>
        <p:spPr>
          <a:xfrm>
            <a:off x="698500" y="62865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5F7088"/>
                </a:solidFill>
                <a:latin typeface="Segoe UI" panose="020B0502040204020203" pitchFamily="34" charset="0"/>
              </a:rPr>
              <a:t>Đồ án Lập trình Python  |  10/10</a:t>
            </a:r>
          </a:p>
        </p:txBody>
      </p:sp>
    </p:spTree>
    <p:extLst>
      <p:ext uri="{BB962C8B-B14F-4D97-AF65-F5344CB8AC3E}">
        <p14:creationId xmlns:p14="http://schemas.microsoft.com/office/powerpoint/2010/main" val="105345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Tấn Tài</dc:creator>
  <cp:lastModifiedBy>Trần Tấn Tài</cp:lastModifiedBy>
  <cp:revision>1</cp:revision>
  <dcterms:created xsi:type="dcterms:W3CDTF">2026-09-15T09:19:03Z</dcterms:created>
  <dcterms:modified xsi:type="dcterms:W3CDTF">2026-09-15T09:19:03Z</dcterms:modified>
</cp:coreProperties>
</file>